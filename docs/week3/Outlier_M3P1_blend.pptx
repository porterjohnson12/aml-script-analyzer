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39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tempting number, spoken: 'My best turning-point model scores 41% — baseline 25%. A 60% jump. This talk is how I found out that gap isn't real, why that's the most useful thing I did this week, and my plan to turn it into real findings.' Eight slides; the rest is backup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familiar example the instructor keeps asking for. TOP panel is the WIN: the emotional arc across all 118 scenes reads like Die Hard actually feels — positive setup, long negative Act 2. That branch works, and it's where the business value lives (I'll come back to it in the plan). BOTTOM panel is the problem: black dots = real turning points, blue = my model. Point of No Return 40 scenes off, a third of the film. The number said 41%; the movie everyone knows says otherwise. Why?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'what did you try' answer: six trained models and three baselines, all on one axis. The orange line is zeros_input — a model with its input vectors zeroed, so it knows nothing about the script except its length. Every trained model that sees position ties it. emotion_augmented's 0.413 LOOKS like a win, but its CI [0.307, 0.520] entirely contains the control's 0.320. The only model that measurably separates is transformer_nopos — and it goes DOWN, below random. So the score isn't coming from the content. The next slide proves that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load-bearing figure. LEFT pair: same bi-LSTM, same 527k params — zero the input and the score doesn't move, 0.320 → 0.320. RIGHT pair: same Transformer, same 182k params — remove its sense of scene order and it collapses below random. Each pair holds architecture and parameters fixed and toggles one thing. If asked 'why not one 2×2': a bi-LSTM can't ignore order, so the content-only arm has to be a Transformer — two honest matched pairs beat a grid that crosses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Trap question: 'you picked the lower PA?' Answer: I'm not claiming the prior is a better model — I'm reporting that NO trained model beat a model with its input zeroed, so per my Week-2 plan I fall back to the prior as an anchor and spend the compute on the branch that works. It also wins on D (the metric that matters for pointing at a scene), with zero params and full interpretability. Read the navy box aloud if a non-technical stakeholder asks 'can I trust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Transparency, backward-looking half: I anticipated this exact outcome in Week 2 and wrote the response down. 'On plan, on the fallback branch.' The leakage disclosure shows I audit my own work. Next slide is the forward-looking half —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Transparency, forward-looking half — and where the professor's 1-on-1 feedback shows up. Item 1 is the ML fix (semantic retrieval, TRIPOD's actual method). Item 2 is the rigor lesson — I can't measure a sub-0.10 gain on 75 decisions, so I fix the measurement before chasing the number. Item 3 is now a concrete first experiment, straight from our 1-on-1: measure the valence delta — mean valence of the 3 scenes after each turning point minus the 3 before — and test whether it's significantly larger at real TPs than at random scenes. A yes is both an ML signal AND a business pattern: 'turning points are where the emotional charge flips.' If they want to go deep on any one item, this is the conversation I want.  ||  FIRST LOOK (already ran it on the 15 gold movies, run_valence_shift_probe.py): the shift IS 1.27x bigger at turning points than at random scenes — |delta| 0.196 vs 0.154, permutation p = 0.004. Signed, it darkens most at the Change of Plans (-0.16) and lifts at the Climax (+0.07). Exploratory on 15 movies; Week 4 extends to the full corpus and to per-emotion deltas. So if asked 'have you looked at the emotions yet?' — yes, and there's already a significant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Bookend to the reframe. Deliver the anchor line slowly. Then invite questions — backup slides cover the overfitting proof, per-TP breakdown, label collapse, feature decisions, and the full statistics. That's the 80%: ready if they ask, no wasted time if they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Everything past here is Q&amp;A ammunition, not part of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'prove it' slide. If challenged on rigor, this is the whole defense on one screen — and it all reruns from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if asked about features. One removed a confound; one reported a fix that honestly didn't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loss collapses 4.86 → 1.46 while dev PA stays flat. The clincher is orange — zeros_input can't memorize (loss stalls at 3.95) yet its dev curve is indistinguishable. Can't regularize your way to signal that isn't there (weight_decay=1e-2 just drives loss to log(n_scenes)).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climax is at the end of every script, so 'guess the last scene' scores 0.67–0.73. Drop TP5 and both models fall toward random. About a fifth of the headline PA is a freebie.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SUMMER's synopsis→scene projection put 2+ turning points on the same scene for 37% of movies (Gran Torino: TP1=TP2=TP3=scene 25). I filtered to the clean ones and it did NOT help — so labels weren't the blocker either. That's part of why Week 4 reformulates instead of cleaning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action-plan item 3, already run on the 15 gold movies (run_valence_shift_probe.py). LEFT: the valence shift — mean of the 3 scenes after each turning point minus the 3 before — is 1.27× bigger at real TPs than at random scenes, permutation p = 0.004. RIGHT: signed, it darkens most at the Change of Plans (−0.16) and is the only one that lifts at the Climax (+0.07). Exploratory — 15 movies, and TP5's n is small because the climax sits near the end. But it's a real first pattern, and it's both an ML signal and a business story. Show this only if the emotion/business-value conversation goes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PRO322 · M3P1 · WEEK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AF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with my models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09728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Johnson · Experiment Review &amp; Model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DIE HARD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knows where Die Hard turns. The model doesn't.</a:t>
            </a:r>
            <a:endParaRPr lang="en-US" sz="23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3_die_h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Model puts the Point of No Return at scene 60. It's scene 100 — McClane hears Ellis die.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TRIED — 9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model that sees position ties a model that sees nothing</a:t>
            </a:r>
            <a:endParaRPr lang="en-US" sz="21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1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4197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Nothing clears the orange control by more than its confidence interval.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TWO CONTROLLED ABLATIONS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carries the score. Content contributes nothing.</a:t>
            </a:r>
            <a:endParaRPr lang="en-US" sz="22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2_ab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520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742571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is worth </a:t>
            </a:r>
            <a:r>
              <a:rPr lang="en-US" sz="1400" b="1" dirty="0">
                <a:solidFill>
                  <a:srgbClr val="A6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+0.000</a:t>
            </a:r>
            <a:r>
              <a:rPr lang="en-US" sz="1400" dirty="0">
                <a:solidFill>
                  <a:srgbClr val="5A6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·      Position is worth </a:t>
            </a:r>
            <a:r>
              <a:rPr lang="en-US" sz="1400" b="1" dirty="0">
                <a:solidFill>
                  <a:srgbClr val="3E7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+0.133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the model that scores lower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75488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positional_prior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emotion_augmented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  (top)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D (lower = better)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E7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  ✓ 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a model that sees nothing?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6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· CI crosses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· interpretable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E7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fully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539k ·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554480"/>
            <a:ext cx="3063240" cy="278892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571500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961"/>
                </a:solidFill>
              </a:rPr>
              <a:t>The one-sentence version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201168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AFAF7"/>
                </a:solidFill>
              </a:rPr>
              <a:t>It built a very accurate stopwatch. It knows the climax is at the end. It doesn't know what a climax looks like, and I found that out in Week 3, instead of after building a product on 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9A961"/>
                </a:solidFill>
              </a:rPr>
              <a:t>Not the top metric. The honest one. On D, and on 'beats a blank model,' the prior wins.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STAND vs 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was in my Week-3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1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819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272"/>
                </a:solidFill>
              </a:rPr>
              <a:t>plan.md line 99 · pre-declared fallback trigger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3E"/>
                </a:solidFill>
              </a:rPr>
              <a:t>“the trained bi-LSTM can't beat the positional-prior baseline”</a:t>
            </a:r>
            <a:r>
              <a:rPr lang="en-US" sz="1400" i="1" dirty="0">
                <a:solidFill>
                  <a:srgbClr val="C9A961"/>
                </a:solidFill>
              </a:rPr>
              <a:t>   ← it fired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8046720" cy="11430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961"/>
                </a:solidFill>
              </a:rPr>
              <a:t>plan.md line 113 · pre-planned response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AFAF7"/>
                </a:solidFill>
              </a:rPr>
              <a:t>“Use the positional priors as the anchor for the McKee layer. </a:t>
            </a:r>
            <a:r>
              <a:rPr lang="en-US" sz="1300" b="1" i="1" dirty="0">
                <a:solidFill>
                  <a:srgbClr val="FFFFFF"/>
                </a:solidFill>
              </a:rPr>
              <a:t>A smaller working thing beats an aspirational broken thing.”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3E"/>
                </a:solidFill>
              </a:rPr>
              <a:t>Disclosure: </a:t>
            </a:r>
            <a:r>
              <a:rPr lang="en-US" sz="1100" i="1" dirty="0">
                <a:solidFill>
                  <a:srgbClr val="5A6272"/>
                </a:solidFill>
              </a:rPr>
              <a:t>that same plan line told me to build the prior from the 15 gold (test) movies — leakage. My code already uses the silver split; flagging it to show I caught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GET TO REAL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negative result this week — here's the plan to turn it positive.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Reformulate — don't retune.  </a:t>
            </a:r>
            <a:r>
              <a:rPr lang="en-US" sz="15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Synopsis → scene retrieval.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8928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2"/>
                </a:solidFill>
              </a:rPr>
              <a:t>Match a sentence that describes the turning point to the scene it fits. Semantic similarity — what a frozen encoder is already good at. Content enters at inference, not just training.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2587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ruler first.  </a:t>
            </a:r>
            <a:r>
              <a:rPr lang="en-US" sz="15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powered evaluation before I trust any gain.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2"/>
                </a:solidFill>
              </a:rPr>
              <a:t>75 gold decisions = ±0.10. I build cross-validation + more labeled scenes so a real improvement is distinguishable from noise — so I don't repeat this week's false positive.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the emotion branch — one concrete test first.  </a:t>
            </a:r>
            <a:r>
              <a:rPr lang="en-US" sz="15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emotional charge flip at each turning point?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05079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2"/>
                </a:solidFill>
              </a:rPr>
              <a:t>Measure the valence delta — mean of the 3 scenes after each TP minus the 3 before — and test it against random scenes. A significant gap is both an ML signal and a business pattern. 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28016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AF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models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points sit — not </a:t>
            </a:r>
            <a:r>
              <a:rPr lang="en-US" sz="3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look like.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Q&amp;A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information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FAF7"/>
                </a:solidFill>
              </a:rPr>
              <a:t>feature decisions · overfitting proof · per-TP · label quality · the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THE RECEIPTS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trust the negative result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big is the test set?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movies × 5 TPs = 75 decisions · 95% CI ≈ ±0.10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content help? (bi-LSTM)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ΔPA = +0.000  [−0.107, +0.107]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Powered version (230 decisions)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ΔPA = −0.093  [−0.132, −0.052] — significant, 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tune on the test set?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silver∩gold = 0; gold touched once; dev picks the 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PA tolerance confirmed?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0.05 unverified; baseline 0.13→0.61 across 0.02→0.10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272"/>
                </a:solidFill>
              </a:rPr>
              <a:t>Every number reproduces: run_experiments.py · run_label_quality_cv.py · make_week3_figures.py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FEATURE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engineering calls worth defending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3108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1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Standardized the emotion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</a:rPr>
              <a:t>6× scale mismatch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2"/>
                </a:solidFill>
              </a:rPr>
              <a:t>Raw emotion dims averaged |0.246| vs MiniLM's |0.041| — 2.8% of the width, ~17% of the mass. Standardized on the train split only, so emotion_augmented could fail for the right reason, not an arithmetic 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3977640" cy="3108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1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the truncation, then kept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084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</a:rPr>
              <a:t>50.5% of tokens silently dropped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51460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2"/>
                </a:solidFill>
              </a:rPr>
              <a:t>MiniLM caps at 256 tokens; 36% of scenes exceed it. I built the chunk-pool fix, re-ran, and it changed nothing (PA 0.291 → 0.291). Kept truncation, documented the limit. The null result is the finding.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OVERFITTING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falling training loss is memorization, not learning</a:t>
            </a:r>
            <a:endParaRPr lang="en-US" sz="22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5_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Two panels share the epoch axis — no dual-axis scaling.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PER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TP5 is nearly free — it inflates the headline</a:t>
            </a:r>
            <a:endParaRPr lang="en-US" sz="22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4_per_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Each bar is 15 decisions — only the TP5 gap clears the noise.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LABEL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of the training labels are collapsed</a:t>
            </a:r>
            <a:endParaRPr lang="en-US" sz="22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6_label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Filtering to clean labels: ΔPA −0.093 on 230 decisions — content still hurt.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WEEK-4 FIRST 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emotional charge already shows a signal at turning points</a:t>
            </a:r>
            <a:endParaRPr lang="en-US" sz="2100" dirty="0"/>
          </a:p>
        </p:txBody>
      </p:sp>
      <p:pic>
        <p:nvPicPr>
          <p:cNvPr id="4" name="Image 0" descr="C:\Users\porte\OneDrive - Neumont College of Computer Science\Documents\.AllRelevantProjects\aml-script-analyzer\docs\week3\figures\07_valence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</a:rPr>
              <a:t>1.27× bigger shift at TPs than random (p = 0.004) · darkens at the Change of Plans, lifts at the Climax.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2149</Words>
  <Application>Microsoft Office PowerPoint</Application>
  <PresentationFormat>On-screen Show (16:9)</PresentationFormat>
  <Paragraphs>122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Outlier — M3P1 (blend)</dc:title>
  <dc:subject>PptxGenJS Presentation</dc:subject>
  <dc:creator>Joe Porter</dc:creator>
  <cp:lastModifiedBy>Porter Johnson</cp:lastModifiedBy>
  <cp:revision>9</cp:revision>
  <dcterms:created xsi:type="dcterms:W3CDTF">2026-07-17T17:35:11Z</dcterms:created>
  <dcterms:modified xsi:type="dcterms:W3CDTF">2026-07-17T20:49:14Z</dcterms:modified>
</cp:coreProperties>
</file>